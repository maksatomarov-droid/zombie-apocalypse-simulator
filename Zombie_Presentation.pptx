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1696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🧟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286000" y="640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ZOMBIE APOCALYPSE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28600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SIMULATOR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2860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88888"/>
                </a:solidFill>
              </a:rPr>
              <a:t>SIR-модель эпидемиологии · Реальные данные COVID-19 · Machine Learning · ИИ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2926080"/>
            <a:ext cx="8229600" cy="2743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3108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3333"/>
                </a:solidFill>
              </a:rPr>
              <a:t>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28600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</a:rPr>
              <a:t>вкладок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3108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3333"/>
                </a:solidFill>
              </a:rPr>
              <a:t>15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</a:rPr>
              <a:t>стран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06640" y="3108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3333"/>
                </a:solidFill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40664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</a:rPr>
              <a:t>языка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966960" y="31089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3333"/>
                </a:solidFill>
              </a:rPr>
              <a:t>85%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96696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8888"/>
                </a:solidFill>
              </a:rPr>
              <a:t>точность ML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0" y="621792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8888"/>
                </a:solidFill>
              </a:rPr>
              <a:t>Максат Омаров  |  Data Science &amp; AI  |  Апрель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0000"/>
                </a:solidFill>
              </a:rPr>
              <a:t>http://34.226.215.175:8501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работает симулятор?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88888"/>
                </a:solidFill>
              </a:rPr>
              <a:t>Основа — математическая SIR-модель эпидемиологии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383280" cy="2926080"/>
          </a:xfrm>
          <a:prstGeom prst="rect">
            <a:avLst/>
          </a:prstGeom>
          <a:solidFill>
            <a:srgbClr val="111111"/>
          </a:solidFill>
          <a:ln w="25400">
            <a:solidFill>
              <a:srgbClr val="224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24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0F0"/>
                </a:solidFill>
              </a:rPr>
              <a:t>Susceptible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44AA"/>
                </a:solidFill>
              </a:rPr>
              <a:t>Здоровые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Люди которых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могут заразить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1280160"/>
            <a:ext cx="3383280" cy="2926080"/>
          </a:xfrm>
          <a:prstGeom prst="rect">
            <a:avLst/>
          </a:prstGeom>
          <a:solidFill>
            <a:srgbClr val="111111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13716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11480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0F0"/>
                </a:solidFill>
              </a:rPr>
              <a:t>Infected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2743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Заражённые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30632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Зомби — активно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распространяют вирус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0" y="1280160"/>
            <a:ext cx="3383280" cy="2926080"/>
          </a:xfrm>
          <a:prstGeom prst="rect">
            <a:avLst/>
          </a:prstGeom>
          <a:solidFill>
            <a:srgbClr val="111111"/>
          </a:solidFill>
          <a:ln w="25400">
            <a:solidFill>
              <a:srgbClr val="2288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3716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2288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777240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F0F0"/>
                </a:solidFill>
              </a:rPr>
              <a:t>Recovered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0" y="2743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8844"/>
                </a:solidFill>
              </a:rPr>
              <a:t>Выбывшие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0" y="30632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Иммунные или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</a:rPr>
              <a:t>уничтоженные зомби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0" y="21945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C0000"/>
                </a:solidFill>
              </a:rPr>
              <a:t>→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406640" y="21945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8844"/>
                </a:solidFill>
              </a:rPr>
              <a:t>→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10515600" cy="1097280"/>
          </a:xfrm>
          <a:prstGeom prst="rect">
            <a:avLst/>
          </a:prstGeom>
          <a:solidFill>
            <a:srgbClr val="111111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3333"/>
                </a:solidFill>
              </a:rPr>
              <a:t>R₀ = β / γ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200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0F0"/>
                </a:solidFill>
              </a:rPr>
              <a:t>R₀ &gt; 1 → эпидемия растёт   |   R₀ &lt; 1 → эпидемия затухает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892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</a:rPr>
              <a:t>β = скорость заражения  ·  γ = скорость устранения  ·  Данные: WHO, CDC, Our World in Data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интерактивных вкладок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5661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333"/>
                </a:solidFill>
              </a:rPr>
              <a:t>🧟 1. Симулятор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SIR-граф S/I/R по дням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Выбор страны из датасета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0" y="1005840"/>
            <a:ext cx="35661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333"/>
                </a:solidFill>
              </a:rPr>
              <a:t>🎲 2. События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51960" y="15087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Случайные события: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вакцина, мутация, армия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63840" y="1005840"/>
            <a:ext cx="35661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333"/>
                </a:solidFill>
              </a:rPr>
              <a:t>📊 3. Сценарии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01000" y="15087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Без мер / Карантин / Вакцина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Сравнение стран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35661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34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333"/>
                </a:solidFill>
              </a:rPr>
              <a:t>👤 4. Персонаж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Скоринг выживаемости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PDF сертификат + Radar Chart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2743200"/>
            <a:ext cx="35661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2834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333"/>
                </a:solidFill>
              </a:rPr>
              <a:t>📈 5. Данные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5196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EDA: 15 стран COVID-19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Графики R₀, вакцинации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0" y="2743200"/>
            <a:ext cx="35661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28346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333"/>
                </a:solidFill>
              </a:rPr>
              <a:t>🧟 6. Если ты зомби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01000" y="32461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Adversarial Attack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Симуляция типов зомби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480560"/>
            <a:ext cx="35661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72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333"/>
                </a:solidFill>
              </a:rPr>
              <a:t>🤖 7. ИИ-аналитик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983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LLM через OpenRouter 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Отвечает на вопросы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0" y="4480560"/>
            <a:ext cx="35661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51960" y="4572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333"/>
                </a:solidFill>
              </a:rPr>
              <a:t>🔬 8. ML-модель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51960" y="4983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Random Forest 85%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Feature Importance + XAI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63840" y="4480560"/>
            <a:ext cx="35661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4572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3333"/>
                </a:solidFill>
              </a:rPr>
              <a:t>📖 9. О проекте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01000" y="4983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Глоссарий 18 терминов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</a:rPr>
              <a:t>Стек технологий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Learning + ИИ интеграция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120640" cy="5029200"/>
          </a:xfrm>
          <a:prstGeom prst="rect">
            <a:avLst/>
          </a:prstGeom>
          <a:solidFill>
            <a:srgbClr val="0A0A1A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3333"/>
                </a:solidFill>
              </a:rPr>
              <a:t>🔬 Random Forest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▸  100 деревьев решений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▸  1000 синтетических персонажей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▸  Точность модели: ~85%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</a:rPr>
              <a:t>▸  Feature Importance — важность факторов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</a:rPr>
              <a:t>▸  XAI — объяснимый ИИ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</a:rPr>
              <a:t>▸  Предсказание выживаемости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0" y="914400"/>
            <a:ext cx="5120640" cy="5029200"/>
          </a:xfrm>
          <a:prstGeom prst="rect">
            <a:avLst/>
          </a:prstGeom>
          <a:solidFill>
            <a:srgbClr val="0A1A0A"/>
          </a:solidFill>
          <a:ln w="25400">
            <a:solidFill>
              <a:srgbClr val="44A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005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4FF88"/>
                </a:solidFill>
              </a:rPr>
              <a:t>🤖 ИИ-аналитик (LLM)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35040" y="1600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▸  OpenRouter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35040" y="2194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▸  Модель: google/gemma-4-26b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0" y="27889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▸  Работает на AWS EC2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33832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</a:rPr>
              <a:t>▸  Отвечает на 3 языках (KZ/RU/EN)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39776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</a:rPr>
              <a:t>▸  System prompt: эпидемиолог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45720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</a:rPr>
              <a:t>▸  Упоминает SIR, R₀, β, γ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</a:rPr>
              <a:t>Персонаж (скоринг) vs МЛ-модель: Rule-based scoring — это НЕ ML. Random Forest сам нашёл закономерности из данных.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реализовано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0515600" cy="59436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✅  SIR-модель на реальных данных COVID-19 (15 стран, WHO/CDC)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10515600" cy="59436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0992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✅  Machine Learning: Random Forest, 85% точность, Feature Importance, XAI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68296"/>
            <a:ext cx="10515600" cy="59436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1401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✅  ИИ интеграция: LLM через OpenRouter API на 3 языках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072384"/>
            <a:ext cx="10515600" cy="59436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181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✅  Adversarial Attack симулятор — анализ с позиции атакующего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776472"/>
            <a:ext cx="10515600" cy="59436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221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✅  Персонаж: Radar Chart, PDF сертификат, 74 клички с редкостью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480560"/>
            <a:ext cx="10515600" cy="59436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5262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✅  Деплой: AWS EC2, постоянный сайт 24/7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5184648"/>
            <a:ext cx="10515600" cy="594360"/>
          </a:xfrm>
          <a:prstGeom prst="rect">
            <a:avLst/>
          </a:prstGeom>
          <a:solidFill>
            <a:srgbClr val="0F0F0F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23036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0F0"/>
                </a:solidFill>
              </a:rPr>
              <a:t>✅  3 языка: Казахский / Русский / English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0" y="649224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C0000"/>
                </a:solidFill>
              </a:rPr>
              <a:t>🧟  Zombie Apocalypse Simulator  |  Максат Омаров  |  http://34.226.215.175:8501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427</Words>
  <Application>Microsoft Office PowerPoint</Application>
  <PresentationFormat>Широкоэкранный</PresentationFormat>
  <Paragraphs>94</Paragraphs>
  <Slides>5</Slides>
  <Notes>5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Arial Black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Zombie Apocalypse Simulator</dc:title>
  <dc:subject>PptxGenJS Presentation</dc:subject>
  <dc:creator>Максат Омаров</dc:creator>
  <cp:lastModifiedBy>Maksat</cp:lastModifiedBy>
  <cp:revision>2</cp:revision>
  <dcterms:created xsi:type="dcterms:W3CDTF">2026-05-01T08:50:51Z</dcterms:created>
  <dcterms:modified xsi:type="dcterms:W3CDTF">2026-05-01T08:54:30Z</dcterms:modified>
</cp:coreProperties>
</file>