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1696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000000"/>
                </a:solidFill>
              </a:rPr>
              <a:t>🧟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286000" y="6400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ZOMBIE APOCALYPSE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28600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SIMULATOR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2860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88888"/>
                </a:solidFill>
              </a:rPr>
              <a:t>SIR-модель эпидемиологии · Реальные данные COVID-19 · Machine Learning · ИИ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0" y="2926080"/>
            <a:ext cx="8229600" cy="2743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31089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3333"/>
                </a:solidFill>
              </a:rPr>
              <a:t>9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28600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</a:rPr>
              <a:t>вкладок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31089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3333"/>
                </a:solidFill>
              </a:rPr>
              <a:t>15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84632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</a:rPr>
              <a:t>стран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06640" y="31089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3333"/>
                </a:solidFill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40664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</a:rPr>
              <a:t>языка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966960" y="31089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3333"/>
                </a:solidFill>
              </a:rPr>
              <a:t>85%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96696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</a:rPr>
              <a:t>точность ML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621792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88888"/>
                </a:solidFill>
              </a:rPr>
              <a:t>Максат Омаров  |  Data Science &amp; AI  |  </a:t>
            </a:r>
            <a:r>
              <a:rPr lang="ru-RU" sz="1200" i="1">
                <a:solidFill>
                  <a:srgbClr val="888888"/>
                </a:solidFill>
              </a:rPr>
              <a:t>Май</a:t>
            </a:r>
            <a:r>
              <a:rPr lang="en-US" sz="1200" i="1">
                <a:solidFill>
                  <a:srgbClr val="888888"/>
                </a:solidFill>
              </a:rPr>
              <a:t> </a:t>
            </a:r>
            <a:r>
              <a:rPr lang="en-US" sz="1200" i="1" dirty="0">
                <a:solidFill>
                  <a:srgbClr val="888888"/>
                </a:solidFill>
              </a:rPr>
              <a:t>2026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0" y="649224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0000"/>
                </a:solidFill>
              </a:rPr>
              <a:t>http://34.226.215.175:8501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Как работает симулятор?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88888"/>
                </a:solidFill>
              </a:rPr>
              <a:t>Основа — математическая SIR-модель эпидемиологии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383280" cy="2926080"/>
          </a:xfrm>
          <a:prstGeom prst="rect">
            <a:avLst/>
          </a:prstGeom>
          <a:solidFill>
            <a:srgbClr val="111111"/>
          </a:solidFill>
          <a:ln w="25400">
            <a:solidFill>
              <a:srgbClr val="2244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224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0F0"/>
                </a:solidFill>
              </a:rPr>
              <a:t>Susceptible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44AA"/>
                </a:solidFill>
              </a:rPr>
              <a:t>Здоровые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Люди которых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могут заразить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1280160"/>
            <a:ext cx="3383280" cy="2926080"/>
          </a:xfrm>
          <a:prstGeom prst="rect">
            <a:avLst/>
          </a:prstGeom>
          <a:solidFill>
            <a:srgbClr val="111111"/>
          </a:solidFill>
          <a:ln w="254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0" y="13716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4114800" y="2423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0F0"/>
                </a:solidFill>
              </a:rPr>
              <a:t>Infected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C0000"/>
                </a:solidFill>
              </a:rPr>
              <a:t>Заражённые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0" y="30632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Зомби — активно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распространяют вирус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0" y="1280160"/>
            <a:ext cx="3383280" cy="2926080"/>
          </a:xfrm>
          <a:prstGeom prst="rect">
            <a:avLst/>
          </a:prstGeom>
          <a:solidFill>
            <a:srgbClr val="111111"/>
          </a:solidFill>
          <a:ln w="25400">
            <a:solidFill>
              <a:srgbClr val="2288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13716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2288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</a:t>
            </a:r>
            <a:endParaRPr lang="en-US" sz="6400" dirty="0"/>
          </a:p>
        </p:txBody>
      </p:sp>
      <p:sp>
        <p:nvSpPr>
          <p:cNvPr id="17" name="Text 15"/>
          <p:cNvSpPr/>
          <p:nvPr/>
        </p:nvSpPr>
        <p:spPr>
          <a:xfrm>
            <a:off x="7772400" y="2423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F0F0"/>
                </a:solidFill>
              </a:rPr>
              <a:t>Recovered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8844"/>
                </a:solidFill>
              </a:rPr>
              <a:t>Выбывшие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0" y="30632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Иммунные или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</a:rPr>
              <a:t>уничтоженные зомби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49040" y="219456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C0000"/>
                </a:solidFill>
              </a:rPr>
              <a:t>→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406640" y="219456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8844"/>
                </a:solidFill>
              </a:rPr>
              <a:t>→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10515600" cy="1097280"/>
          </a:xfrm>
          <a:prstGeom prst="rect">
            <a:avLst/>
          </a:prstGeom>
          <a:solidFill>
            <a:srgbClr val="111111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480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3333"/>
                </a:solidFill>
              </a:rPr>
              <a:t>R₀ = β / γ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20040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0F0"/>
                </a:solidFill>
              </a:rPr>
              <a:t>R₀ &gt; 1 → эпидемия растёт   |   R₀ &lt; 1 → эпидемия затухает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892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β = скорость заражения  ·  γ = скорость устранения  ·  Данные: WHO, CDC, Our World in Data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 интерактивных вкладок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97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🧟 1. Симулятор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SIR-граф S/I/R по дням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Выбор страны из датасета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0" y="100584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1097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🎲 2. События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51960" y="1508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Случайные события: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вакцина, мутация, армия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863840" y="100584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1097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📊 3. Сценарии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01000" y="1508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Без мер / Карантин / Вакцина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Сравнение стран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4320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34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👤 4. Персонаж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3246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Скоринг выживаемости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PDF сертификат + Radar Chart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0" y="274320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51960" y="2834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📈 5. Данные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51960" y="3246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EDA: 15 стран COVID-19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Графики R₀, вакцинации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863840" y="274320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2834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🧟 6. Если ты зомби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01000" y="3246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Adversarial Attack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Симуляция типов зомби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48056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5720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🤖 7. ИИ-аналитик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49834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LLM через OpenRouter API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Отвечает на вопросы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0" y="448056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51960" y="45720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🔬 8. ML-модель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51960" y="49834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Random Forest 85%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Feature Importance + XAI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63840" y="4480560"/>
            <a:ext cx="3566160" cy="1554480"/>
          </a:xfrm>
          <a:prstGeom prst="rect">
            <a:avLst/>
          </a:prstGeom>
          <a:solidFill>
            <a:srgbClr val="11111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1000" y="45720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3333"/>
                </a:solidFill>
              </a:rPr>
              <a:t>📖 9. О проекте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01000" y="49834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Глоссарий 18 терминов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</a:rPr>
              <a:t>Стек технологий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Machine Learning + ИИ интеграция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120640" cy="5029200"/>
          </a:xfrm>
          <a:prstGeom prst="rect">
            <a:avLst/>
          </a:prstGeom>
          <a:solidFill>
            <a:srgbClr val="0A0A1A"/>
          </a:solidFill>
          <a:ln w="25400">
            <a:solidFill>
              <a:srgbClr val="CC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05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3333"/>
                </a:solidFill>
              </a:rPr>
              <a:t>🔬 Random Forest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▸  100 деревьев решений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▸  1000 синтетических персонажей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▸  Точность модели: ~85%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▸  Feature Importance — важность факторов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9776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▸  XAI — объяснимый ИИ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▸  Предсказание выживаемости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52160" y="914400"/>
            <a:ext cx="5120640" cy="5029200"/>
          </a:xfrm>
          <a:prstGeom prst="rect">
            <a:avLst/>
          </a:prstGeom>
          <a:solidFill>
            <a:srgbClr val="0A1A0A"/>
          </a:solidFill>
          <a:ln w="25400">
            <a:solidFill>
              <a:srgbClr val="44AA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005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4FF88"/>
                </a:solidFill>
              </a:rPr>
              <a:t>🤖 ИИ-аналитик (LLM)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035040" y="1600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▸  OpenRouter 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194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▸  Модель: google/gemma-4-26b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35040" y="27889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▸  Работает на AWS EC2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33832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▸  Отвечает на 3 языках (KZ/RU/EN)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39776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▸  System prompt: эпидемиолог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45720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</a:rPr>
              <a:t>▸  Упоминает SIR, R₀, β, γ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</a:rPr>
              <a:t>Персонаж (скоринг) vs МЛ-модель: Rule-based scoring — это НЕ ML. Random Forest сам нашёл закономерности из данных.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 реализовано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SIR-модель на реальных данных COVID-19 (15 стран, WHO/CDC)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664208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70992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Machine Learning: Random Forest, 85% точность, Feature Importance, XAI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368296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14016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ИИ интеграция: LLM через OpenRouter API на 3 языках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072384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118104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Adversarial Attack симулятор — анализ с позиции атакующего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776472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22192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Персонаж: Radar Chart, PDF сертификат, 74 клички с редкостью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4480560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52628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Деплой: AWS EC2, постоянный сайт 24/7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5184648"/>
            <a:ext cx="10515600" cy="594360"/>
          </a:xfrm>
          <a:prstGeom prst="rect">
            <a:avLst/>
          </a:prstGeom>
          <a:solidFill>
            <a:srgbClr val="0F0F0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23036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0F0"/>
                </a:solidFill>
              </a:rPr>
              <a:t>✅  3 языка: Казахский / Русский / English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0" y="6492240"/>
            <a:ext cx="1219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C0000"/>
                </a:solidFill>
              </a:rPr>
              <a:t>🧟  Zombie Apocalypse Simulator  |  Максат Омаров  |  http://34.226.215.175:8501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427</Words>
  <Application>Microsoft Office PowerPoint</Application>
  <PresentationFormat>Широкоэкранный</PresentationFormat>
  <Paragraphs>94</Paragraphs>
  <Slides>5</Slides>
  <Notes>5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Arial Black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Zombie Apocalypse Simulator</dc:title>
  <dc:subject>PptxGenJS Presentation</dc:subject>
  <dc:creator>Максат Омаров</dc:creator>
  <cp:lastModifiedBy>Maksat</cp:lastModifiedBy>
  <cp:revision>3</cp:revision>
  <dcterms:created xsi:type="dcterms:W3CDTF">2026-05-01T08:50:51Z</dcterms:created>
  <dcterms:modified xsi:type="dcterms:W3CDTF">2026-05-01T13:50:38Z</dcterms:modified>
</cp:coreProperties>
</file>